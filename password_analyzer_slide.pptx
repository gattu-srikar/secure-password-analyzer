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65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853371"/>
            <a:ext cx="6286500" cy="3422442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8675" y="1483723"/>
            <a:ext cx="5715000" cy="925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750" b="1" kern="0" spc="-3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SECURE PASSWORD ANALYZER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828675" y="2522280"/>
            <a:ext cx="3166467" cy="36407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Attack Simulation 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28675" y="3314979"/>
            <a:ext cx="57150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[Insert Team Name]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8675" y="3652521"/>
            <a:ext cx="571500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Members: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[Member 1], [Member 2], [Member 3], [Member 4]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65231"/>
            <a:ext cx="5715000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CRITICAL NEED FOR ROBUST PASSWORD SECURITY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8650" y="2385371"/>
            <a:ext cx="5429250" cy="2714569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25" y="2556821"/>
            <a:ext cx="2228850" cy="1337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Problem:</a:t>
            </a:r>
            <a:r>
              <a:rPr lang="en-US" sz="12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Weak passwords remain a primary vector for cyberattacks and unauthorized system access.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0" y="2556821"/>
            <a:ext cx="2228850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Behavior:</a:t>
            </a:r>
            <a:r>
              <a:rPr lang="en-US" sz="12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Most users prioritize memorability over security, leading to predictable patterns.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0125" y="4036972"/>
            <a:ext cx="2228850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Consequences:</a:t>
            </a:r>
            <a:r>
              <a:rPr lang="en-US" sz="12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Compromised personal data, financial loss, and systemic security breaches.</a:t>
            </a:r>
            <a:endParaRPr lang="en-US" sz="1200" dirty="0"/>
          </a:p>
        </p:txBody>
      </p:sp>
      <p:pic>
        <p:nvPicPr>
          <p:cNvPr id="8" name="Picture 7" descr="Password Input Field on Binary Close up on a password input field on a surface with binary numbers. The input field contains eight green asterisks. password stock pictures, royalty-free photos &amp; images">
            <a:extLst>
              <a:ext uri="{FF2B5EF4-FFF2-40B4-BE49-F238E27FC236}">
                <a16:creationId xmlns:a16="http://schemas.microsoft.com/office/drawing/2014/main" id="{C302B371-8DFA-CC44-D6C8-F5F35563B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933" y="1656921"/>
            <a:ext cx="2214303" cy="23169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08081"/>
            <a:ext cx="5715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PROJECT OBJECTIVES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428625" y="1802457"/>
            <a:ext cx="3486150" cy="1212959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0" y="2073920"/>
            <a:ext cx="2914650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Analysis:</a:t>
            </a: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Evaluate password strength using multi-factor scoring systems.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086225" y="1802457"/>
            <a:ext cx="3486150" cy="1212959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14850" y="2073920"/>
            <a:ext cx="2914650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Vulnerability Detection:</a:t>
            </a: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Identify weak patterns and common dictionary-based passwords.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8625" y="3129716"/>
            <a:ext cx="3486150" cy="1212959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7250" y="3401178"/>
            <a:ext cx="2914650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Cryptographic Security:</a:t>
            </a: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Generate SHA-256 hash values for secure storage principles.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086225" y="3129716"/>
            <a:ext cx="3486150" cy="1212959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14850" y="3401178"/>
            <a:ext cx="2914650" cy="612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Empirical Estimation:</a:t>
            </a: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 real-world crack time estimates based on modern computing.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86523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LEVERAGING DSA CONCEPTS FOR SECURITY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8650" y="1759595"/>
            <a:ext cx="3714750" cy="1617334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4413" y="2088207"/>
            <a:ext cx="8751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-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7238" y="2702570"/>
            <a:ext cx="34575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character analysis and pattern detection algorithms for real-time password evaluation.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414838" y="1759595"/>
            <a:ext cx="3714750" cy="1617334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0600" y="2088207"/>
            <a:ext cx="94833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-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HASHING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43425" y="2702570"/>
            <a:ext cx="34575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of SHA-256 for one-way cryptographic transformation and secure data integrity.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8650" y="3391216"/>
            <a:ext cx="3714750" cy="1617334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4413" y="3719829"/>
            <a:ext cx="113942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-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HASH SETS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7238" y="4334191"/>
            <a:ext cx="34575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Utilizing O(1) average time lookup structures for instant cross-referencing against weak password databases.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14838" y="3391216"/>
            <a:ext cx="3714750" cy="1617334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3719829"/>
            <a:ext cx="211097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-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PATTERN MATCHING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43425" y="4334191"/>
            <a:ext cx="34575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logic to identify sequential sequences, keyboard walks, and character repetitions.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28650" y="865231"/>
            <a:ext cx="5715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SYSTEMATIC SECURITY WORKFLOW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28650" y="1973907"/>
            <a:ext cx="2678314" cy="814388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1525" y="2276624"/>
            <a:ext cx="18752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3348" y="2166789"/>
            <a:ext cx="12287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PASSWORD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00624" y="1967114"/>
            <a:ext cx="2812852" cy="814388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16536" y="2292615"/>
            <a:ext cx="21967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44424" y="2308607"/>
            <a:ext cx="4026228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 &amp; PATTERN ANALYSIS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649" y="2816870"/>
            <a:ext cx="2678315" cy="814388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1525" y="3012430"/>
            <a:ext cx="22145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05046" y="3012430"/>
            <a:ext cx="1965928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SHA-256 HASH GENERATION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00624" y="2788295"/>
            <a:ext cx="2743026" cy="814388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3043" y="2990922"/>
            <a:ext cx="23931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44424" y="2990922"/>
            <a:ext cx="2129657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CRACK TIME ESTIMATION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8648" y="3659833"/>
            <a:ext cx="2678313" cy="600075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1525" y="3826818"/>
            <a:ext cx="22324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9067" y="3858801"/>
            <a:ext cx="1826638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kern="0" spc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&amp; SUGGESTIONS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0808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1: PASSWORD STRENGTH ANALYZER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845320"/>
            <a:ext cx="3686175" cy="1723430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0088" y="1973907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EVALUATION CRITERIA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8688" y="2268587"/>
            <a:ext cx="172700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Length Check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28688" y="2568625"/>
            <a:ext cx="175557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Uppercase &amp; Lowercase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28688" y="2868662"/>
            <a:ext cx="10751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Numeric Digits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28688" y="3168700"/>
            <a:ext cx="13430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 Characters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00575" y="1845320"/>
            <a:ext cx="3686175" cy="1666280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9163" y="1973907"/>
            <a:ext cx="3429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SCORING &amp; PERFORMANCE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29163" y="2497187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Range: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24130" y="2497187"/>
            <a:ext cx="8340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— 6 Points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9163" y="2763292"/>
            <a:ext cx="7822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Complexity: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56239" y="2763292"/>
            <a:ext cx="11019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O(n) Linear Time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29163" y="3072259"/>
            <a:ext cx="8733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5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Tiers: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47247" y="3072259"/>
            <a:ext cx="161091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5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 / Medium / Strong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0808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2: ADVANCED PATTERN DETECTION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916757"/>
            <a:ext cx="4611988" cy="1864519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2059632"/>
            <a:ext cx="432623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DETECTION LOGIC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4406" y="2368600"/>
            <a:ext cx="211276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Dictionary Cross-Referencing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964406" y="2654350"/>
            <a:ext cx="224849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Sequential Number Sequences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64406" y="2940100"/>
            <a:ext cx="211276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Alphabetical Keyboard Walks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64406" y="3225850"/>
            <a:ext cx="213776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Character Repetition Analysis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54938" y="1916757"/>
            <a:ext cx="3074687" cy="1864519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97813" y="2059632"/>
            <a:ext cx="2788937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COMMON WEAK PATTERNS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97813" y="2368600"/>
            <a:ext cx="2788937" cy="366117"/>
          </a:xfrm>
          <a:prstGeom prst="rect">
            <a:avLst/>
          </a:prstGeom>
          <a:solidFill>
            <a:srgbClr val="101010"/>
          </a:solidFill>
          <a:ln w="18288">
            <a:solidFill>
              <a:srgbClr val="FF57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97813" y="2368600"/>
            <a:ext cx="2788937" cy="36611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8E9E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password / qwerty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97813" y="2763292"/>
            <a:ext cx="2788937" cy="366117"/>
          </a:xfrm>
          <a:prstGeom prst="rect">
            <a:avLst/>
          </a:prstGeom>
          <a:solidFill>
            <a:srgbClr val="101010"/>
          </a:solidFill>
          <a:ln w="18288">
            <a:solidFill>
              <a:srgbClr val="FF57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97813" y="2763292"/>
            <a:ext cx="2788937" cy="36611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8E9E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123456 / 987654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97813" y="3157984"/>
            <a:ext cx="2788937" cy="366117"/>
          </a:xfrm>
          <a:prstGeom prst="rect">
            <a:avLst/>
          </a:prstGeom>
          <a:solidFill>
            <a:srgbClr val="101010"/>
          </a:solidFill>
          <a:ln w="18288">
            <a:solidFill>
              <a:srgbClr val="FF5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97813" y="3157984"/>
            <a:ext cx="2788937" cy="36611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8E9E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aaaaa / 111111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65094" y="4534495"/>
            <a:ext cx="2107406" cy="437555"/>
          </a:xfrm>
          <a:prstGeom prst="rect">
            <a:avLst/>
          </a:prstGeom>
          <a:solidFill>
            <a:srgbClr val="FF5722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65094" y="4534495"/>
            <a:ext cx="2107406" cy="437555"/>
          </a:xfrm>
          <a:prstGeom prst="rect">
            <a:avLst/>
          </a:prstGeom>
          <a:noFill/>
          <a:ln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COMPLEXITY: O(N)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0808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3: SHA-256 HASHING IMPLEMENTATION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428625" y="1831032"/>
            <a:ext cx="3857625" cy="1987748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0" y="1916757"/>
            <a:ext cx="36861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ONE-WAY TRANSFORMATION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14350" y="2197150"/>
            <a:ext cx="36861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PASSWORD: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14350" y="2404318"/>
            <a:ext cx="3686175" cy="346472"/>
          </a:xfrm>
          <a:prstGeom prst="rect">
            <a:avLst/>
          </a:prstGeom>
          <a:solidFill>
            <a:srgbClr val="FFFFFF"/>
          </a:solidFill>
          <a:ln w="18288">
            <a:solidFill>
              <a:srgbClr val="1010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2404318"/>
            <a:ext cx="3686175" cy="34647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0101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Password123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14350" y="3093690"/>
            <a:ext cx="36861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SHA-256 HASH: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14350" y="3300859"/>
            <a:ext cx="3686175" cy="346472"/>
          </a:xfrm>
          <a:prstGeom prst="rect">
            <a:avLst/>
          </a:prstGeom>
          <a:solidFill>
            <a:srgbClr val="101010"/>
          </a:solidFill>
          <a:ln w="18288">
            <a:solidFill>
              <a:srgbClr val="1010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4350" y="3300859"/>
            <a:ext cx="3686175" cy="34647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572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008c70392e3abf...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29125" y="1831032"/>
            <a:ext cx="3857625" cy="1873448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14850" y="1916757"/>
            <a:ext cx="368617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SECURITY BENEFITS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14875" y="2197150"/>
            <a:ext cx="2278856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Irreversible Cryptographic Storage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14875" y="2448967"/>
            <a:ext cx="1693069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Integrity Verification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14875" y="2700784"/>
            <a:ext cx="2134195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Authentication Protocols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714875" y="2952601"/>
            <a:ext cx="1877020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Fixed-Length 256-bit Output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14850" y="3261568"/>
            <a:ext cx="3686175" cy="29110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COMPLEXITY: O(N)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15150" y="428625"/>
            <a:ext cx="1657350" cy="539353"/>
          </a:xfrm>
          <a:prstGeom prst="rect">
            <a:avLst/>
          </a:prstGeom>
          <a:solidFill>
            <a:srgbClr val="FF5722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15150" y="428625"/>
            <a:ext cx="1657350" cy="5393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BENCHMARK:
1 Billion Guesses / Sec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71500" y="80808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MODULE 4: EMPIRICAL CRACK TIME ESTIMATION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71500" y="1859607"/>
            <a:ext cx="6086475" cy="950119"/>
          </a:xfrm>
          <a:prstGeom prst="rect">
            <a:avLst/>
          </a:prstGeom>
          <a:solidFill>
            <a:srgbClr val="101010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8663" y="2016770"/>
            <a:ext cx="5715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MATHEMATICS OF BRUTE FORCE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28663" y="2282875"/>
            <a:ext cx="5715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kern="0" spc="1" dirty="0">
                <a:solidFill>
                  <a:srgbClr val="E8E9E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Combinations = (Set Size) ^ Length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71500" y="2981176"/>
            <a:ext cx="3457575" cy="1364456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095476"/>
            <a:ext cx="1448395" cy="23753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WEAK PASSWORD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85825" y="3475881"/>
            <a:ext cx="10233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Input: "abc123"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85825" y="3727698"/>
            <a:ext cx="8679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Entropy: Low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85825" y="3979515"/>
            <a:ext cx="9572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5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Time: Seconds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57675" y="2981176"/>
            <a:ext cx="3457575" cy="1364456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1975" y="3095476"/>
            <a:ext cx="1598414" cy="237530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STRONG PASSWORD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3475881"/>
            <a:ext cx="1578769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Input: "StrongP@ss123"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3727698"/>
            <a:ext cx="90189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Entropy: High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0" y="3979515"/>
            <a:ext cx="10412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5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Time: Centuries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00937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INTERFACE &amp; EXPERIENCE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238155" y="78581"/>
            <a:ext cx="3334345" cy="437555"/>
          </a:xfrm>
          <a:prstGeom prst="rect">
            <a:avLst/>
          </a:prstGeom>
          <a:solidFill>
            <a:srgbClr val="FF5722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38155" y="78581"/>
            <a:ext cx="3334345" cy="437555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FRAMEWORK: PYTHON TKINTER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71500" y="1766739"/>
            <a:ext cx="3864769" cy="1537692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225" y="1852464"/>
            <a:ext cx="369331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5825" y="2132856"/>
            <a:ext cx="18323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Strength Meter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5825" y="2404318"/>
            <a:ext cx="206454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Show/Hide Password Toggle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85825" y="2675781"/>
            <a:ext cx="20609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Built-in Password Generator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5825" y="2947243"/>
            <a:ext cx="208776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Suggestions Engine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64856" y="1766739"/>
            <a:ext cx="3864769" cy="1537692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50581" y="1852464"/>
            <a:ext cx="369331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SECURITY DASHBOARD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79181" y="2132856"/>
            <a:ext cx="199310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SHA-256 Hash Visualization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879181" y="2404318"/>
            <a:ext cx="195738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Vulnerability Pattern Alerts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79181" y="2675781"/>
            <a:ext cx="21931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Crack Time Estimation Display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79181" y="2947243"/>
            <a:ext cx="178415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Minimalist Layout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08081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CHALLENGES &amp; FUTURE HORIZONS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773882"/>
            <a:ext cx="3871913" cy="1823442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225" y="1859607"/>
            <a:ext cx="37004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TECHNICAL HURDLES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85825" y="2140000"/>
            <a:ext cx="34718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 Development: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Mastering Tkinter for a responsive and intuitive desktop experience.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85825" y="2597200"/>
            <a:ext cx="34718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Logic Refinement: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Balancing pattern detection weights for accurate strength scoring.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85825" y="3054400"/>
            <a:ext cx="34718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Ensuring O(n) complexity across all analysis modules.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57713" y="1773882"/>
            <a:ext cx="3871913" cy="1823442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3438" y="1859607"/>
            <a:ext cx="370046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-1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INTEGRATION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72038" y="2140000"/>
            <a:ext cx="34718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Breach Detection: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Checking passwords against known leaked databases (e.g., HaveIBeenPwned).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72038" y="2597200"/>
            <a:ext cx="34718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Recommendations: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Implementing machine learning for personalized security advice.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72038" y="3054400"/>
            <a:ext cx="34718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Reach:</a:t>
            </a:r>
            <a:r>
              <a:rPr lang="en-US" sz="10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Expanding support for international character sets and patterns.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74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436606"/>
            <a:ext cx="64293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3300" b="1" kern="0" spc="-2" dirty="0">
                <a:solidFill>
                  <a:srgbClr val="10101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 &amp; KEY TAKEAWAYS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8650" y="1473845"/>
            <a:ext cx="5586413" cy="3197358"/>
          </a:xfrm>
          <a:prstGeom prst="rect">
            <a:avLst/>
          </a:prstGeom>
          <a:solidFill>
            <a:srgbClr val="E8E9EB"/>
          </a:solidFill>
          <a:ln w="27432">
            <a:solidFill>
              <a:srgbClr val="1010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1550" y="1758200"/>
            <a:ext cx="2364581" cy="1182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Synthesis:</a:t>
            </a:r>
            <a:r>
              <a:rPr lang="en-US" sz="12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Successfully applied DSA concepts to solve real-world cybersecurity challenges through practical tool development.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07606" y="1758200"/>
            <a:ext cx="2364581" cy="985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Impact:</a:t>
            </a:r>
            <a:r>
              <a:rPr lang="en-US" sz="12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Empowers users to take control of their digital security through education and improved password habits.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1550" y="3369729"/>
            <a:ext cx="2364581" cy="985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Philosophy:</a:t>
            </a:r>
            <a:r>
              <a:rPr lang="en-US" sz="1250" dirty="0">
                <a:solidFill>
                  <a:srgbClr val="1010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Demonstrated that security is a continuous process of evaluation and improvement, not a one-time product.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8650" y="4769820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2" dirty="0">
                <a:solidFill>
                  <a:srgbClr val="FF5722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 FOR YOUR ATTENTION</a:t>
            </a:r>
            <a:endParaRPr lang="en-US" sz="2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69EEA6-1AEC-7637-5E11-073B4FD61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3" y="3072524"/>
            <a:ext cx="1659321" cy="1727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596</Words>
  <Application>Microsoft Office PowerPoint</Application>
  <PresentationFormat>On-screen Show (16:9)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monospace</vt:lpstr>
      <vt:lpstr>Montserrat Black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srikaryt415@gmail.com</cp:lastModifiedBy>
  <cp:revision>3</cp:revision>
  <dcterms:created xsi:type="dcterms:W3CDTF">2026-06-21T17:14:21Z</dcterms:created>
  <dcterms:modified xsi:type="dcterms:W3CDTF">2026-06-21T19:28:39Z</dcterms:modified>
</cp:coreProperties>
</file>